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9" d="100"/>
          <a:sy n="89" d="100"/>
        </p:scale>
        <p:origin x="360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7C24E-11F9-4F38-9D76-78C5C3495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68033-6C1F-9C3B-FC01-69561E2B0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D47D1-491D-3CDF-7423-544B64D82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40C9-3E75-41C8-B1A3-F554BDAA591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61651-5654-B06F-A2B2-445EA0A73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E47B5-7878-5284-B14D-679F279F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A4078-0AB1-4934-9DE8-03A53300B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38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2FBD6-A281-7A6E-B039-506B2B51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F39E9-4006-A5B4-882F-BBD534157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29687-CA3D-9849-F19B-BE004D22D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40C9-3E75-41C8-B1A3-F554BDAA591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8D1EA-D9D5-E603-EEF8-D93F0766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D459B-0A3E-211D-B6C2-6F575FA8E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A4078-0AB1-4934-9DE8-03A53300B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583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9CAF2-DD33-79F3-B08D-4C544DB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88A72-55D3-70D3-A929-5BC789BFB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818D5-6C34-1A20-CEC3-0AD92FC55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40C9-3E75-41C8-B1A3-F554BDAA591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E5D30-AE31-D475-A907-B40F0BBFA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889F4-3BA2-957F-86C7-AF7E334B0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A4078-0AB1-4934-9DE8-03A53300B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042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8EBBD-54A5-4C28-A01A-DBDBD11C7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5D6E8-96C3-39E2-8E7B-D65B31DDE2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33AEC-1B81-710C-B83D-4D2CAEC67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21583-8408-E32F-B59F-98EBF3C5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40C9-3E75-41C8-B1A3-F554BDAA591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D7190-DCC2-338A-63DD-77997B6AE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98CBA-DA1F-911C-1E69-B1972BBF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A4078-0AB1-4934-9DE8-03A53300B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79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4176F-4294-7A6B-2EEB-F69141BF9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2F811-C02C-6193-C6D3-665F05A17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C57C04-9F1D-648F-1B26-A1C2F730C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2867B0-FB54-9DD3-02EE-A6A77298B3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16A082-6EE8-D284-9452-23A39CEE26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E106A8-3587-D95F-326A-75608A506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40C9-3E75-41C8-B1A3-F554BDAA591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CD185E-D00E-1626-079E-A7F4EF10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6569A0-59DD-3A40-C481-23BC73103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A4078-0AB1-4934-9DE8-03A53300B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04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9209F-7D95-A579-7EC7-4BE3066A4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821755-6479-1296-137B-984F43565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40C9-3E75-41C8-B1A3-F554BDAA591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0CC484-9E24-37A1-78D9-5CC5D3DFC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E792D1-35F2-ABFC-97BE-A83E9BA76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A4078-0AB1-4934-9DE8-03A53300B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3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428175-714D-6BAC-9CE9-304178B9F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40C9-3E75-41C8-B1A3-F554BDAA591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2C4CCF-6BA8-312A-C25B-B87AEC6B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06A25-7DEA-70EB-5269-6D894DF7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A4078-0AB1-4934-9DE8-03A53300B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075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6611-6140-8377-794A-FFA2F0587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FE72B-329A-F2DE-B393-EC57EAB77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C77C1-CCD5-3D69-4D26-FD1C57E7F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F03F5-AEBB-57BD-C2E8-C08B60296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40C9-3E75-41C8-B1A3-F554BDAA591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13B88-AE80-7699-871C-3DF5F2658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170BF-38BD-B5B2-2F8C-4506E03F5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A4078-0AB1-4934-9DE8-03A53300B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085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C7A6-1F12-6D68-F2AE-D16DF0512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AD155E-0F9D-790C-2B12-66374096A1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117F3-C8BB-39C8-A04F-9529343BE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80117-8BDB-A4C7-42A8-2C6F9AEF3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40C9-3E75-41C8-B1A3-F554BDAA591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0F868-B90C-6809-980A-9D2C06893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8A178-AA37-AEC6-84F9-ECA04301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A4078-0AB1-4934-9DE8-03A53300B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521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9FCE6-65BA-A7F8-2F45-AE2CD8698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CFFE6F-3843-4FF7-C51E-748668161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2BBD1-B4CE-67E0-B23F-F859AEB41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40C9-3E75-41C8-B1A3-F554BDAA591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75274-6E0A-9A17-1055-51993B4E2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D3DE4-1AA5-40B1-2AD1-8DEF13C98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A4078-0AB1-4934-9DE8-03A53300B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02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EFB2E4-DC7F-9712-3D41-9FEE7044D0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3621E9-B6F0-1298-3A54-7AEAD45F7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5049D-C62A-5688-A69C-F3FB5E8AE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40C9-3E75-41C8-B1A3-F554BDAA591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04847-81DB-D049-8E61-13EFFDC65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1481C-FE12-3B65-CB8B-2117E4FCA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A4078-0AB1-4934-9DE8-03A53300B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373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9DD3BD-81E7-A218-93D2-A44857BD5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34F28-8C33-94AA-66B7-F7AD2866B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4CD5F-82E3-94C7-DEB6-786B27FE78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440C9-3E75-41C8-B1A3-F554BDAA591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363A1-F7A8-DD9F-56EF-A0B67E7E8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F5F81-2BBB-B25F-7275-2DB30187D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A4078-0AB1-4934-9DE8-03A53300B5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92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0F15C6-BCF4-EACF-7EF3-F17B5EC7B0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5" b="6519"/>
          <a:stretch>
            <a:fillRect/>
          </a:stretch>
        </p:blipFill>
        <p:spPr>
          <a:xfrm>
            <a:off x="296067" y="2684836"/>
            <a:ext cx="3638406" cy="16168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0F334E-2AE7-F7A0-C84E-AA821D25A2AD}"/>
              </a:ext>
            </a:extLst>
          </p:cNvPr>
          <p:cNvSpPr txBox="1"/>
          <p:nvPr/>
        </p:nvSpPr>
        <p:spPr>
          <a:xfrm>
            <a:off x="2406770" y="605221"/>
            <a:ext cx="2838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Cluster 0, 107 terms, stability = 0.64</a:t>
            </a:r>
            <a:endParaRPr lang="zh-CN" alt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64E79F-853C-3B2D-1A11-65FB85663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9" t="6505" b="6748"/>
          <a:stretch>
            <a:fillRect/>
          </a:stretch>
        </p:blipFill>
        <p:spPr>
          <a:xfrm>
            <a:off x="4222557" y="2681106"/>
            <a:ext cx="3672795" cy="16205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6F2435-1809-83DD-DA0E-0AD187A58BAF}"/>
              </a:ext>
            </a:extLst>
          </p:cNvPr>
          <p:cNvSpPr txBox="1"/>
          <p:nvPr/>
        </p:nvSpPr>
        <p:spPr>
          <a:xfrm>
            <a:off x="4871050" y="1575006"/>
            <a:ext cx="2838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Cluster 1, 98 terms, stability = 0.64</a:t>
            </a:r>
            <a:endParaRPr lang="zh-CN" alt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F63D2B-2615-58E9-9424-33073546E8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09" t="6990" r="880" b="6263"/>
          <a:stretch>
            <a:fillRect/>
          </a:stretch>
        </p:blipFill>
        <p:spPr>
          <a:xfrm>
            <a:off x="8183436" y="2611300"/>
            <a:ext cx="3672795" cy="163539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EA87366-3726-95DD-5B09-F38F061084F6}"/>
              </a:ext>
            </a:extLst>
          </p:cNvPr>
          <p:cNvSpPr txBox="1"/>
          <p:nvPr/>
        </p:nvSpPr>
        <p:spPr>
          <a:xfrm>
            <a:off x="8858185" y="3362387"/>
            <a:ext cx="2838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Cluster 7, 119 terms, stability = 0.84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91767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Xinrui Chen</dc:creator>
  <cp:lastModifiedBy>Sarah Xinrui Chen</cp:lastModifiedBy>
  <cp:revision>1</cp:revision>
  <dcterms:created xsi:type="dcterms:W3CDTF">2026-07-08T20:02:44Z</dcterms:created>
  <dcterms:modified xsi:type="dcterms:W3CDTF">2026-07-08T20:32:39Z</dcterms:modified>
</cp:coreProperties>
</file>